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Issue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Decomposing Procedural Knowledge Injection for LLM-Agent Network Forensics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Yaakulya Sabbani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0009-0001-3689-3109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now specialize LLM agents, yet no study tests whether they make a packet-forensics agent competent, or which part does the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package procedural knowledge (workflow, tool recipes, output contracts) injected into a generalist model at inference time.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evaluation reports cybersecurity as the largest-gain domain, but treats the skill as one atomic block.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 1: does a skill make a tshark-driving agent a competent analyst, measured against vetted ground truth?</a:t>
            </a:r>
            <a:endParaRPr lang="en-US" sz="1900" dirty="0"/>
          </a:p>
          <a:p>
            <a:pPr algn="l" marL="342900" indent="-342900"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 2: which component of a skill produces any gain?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SkillsBench 2026; Anthropic Agent Skills; agentskills.io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hold the model and toolbox fixed and vary only the injected skill across six arms, isolating each component by ablation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8328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Injected skill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(vanilla)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Wireshark skill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IOC-forensics skill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+ recipes + schema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minus workflow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recipes + schema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minus recipes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+ schema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minus schema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+ recipes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155448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neutral task: investigate the evidence, write an incident report.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Ablations remove one marked section verbatim, so each differs from C by one component only.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Claude Code CLI, read-only tools, web and file-transfer denied.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IOC recall, victim-ID accuracy, family attribution, hallucination, tool calls, cost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every indicator against packets exposed wrong C2 IPs in three of nine published answer keys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real malware-infection captures (RAT, stealer, loader families) with official analyst writeups.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transcribed each writeup to a typed IOC set, then checked every indicator with tshark.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9 answer keys printed a C2 IP absent from every packet (e.g. STRRAT key says 141.98.10.69; port-12132 traffic goes to 141.98.10.79).</a:t>
            </a:r>
            <a:endParaRPr lang="en-US" sz="1900" dirty="0"/>
          </a:p>
          <a:p>
            <a:pPr algn="l" marL="342900" indent="-342900"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against primary evidence. Forensic ground truth must be validated, not trusted.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Malware-Traffic-Analysis.net; validation via tshark 4.6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capable base model already identifies the victim host in 97 percent of cases, so skills barely move accuracy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main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Victim-ID accuracy is identical (0.97) across all six arms.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 recall spans a narrow 0.87 to 0.91.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does not turn a capable model into an analyst; it already is one for routine work.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look past recall: efficiency, faithfulness, and where the components matter.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across 9 cases, up to 3 reps each (111 valid runs)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community skill is net-negative: it has the worst attribution and the most fabricated indicators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hall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skill (B): highest hallucination (0.85 fabricated IOCs per case).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the worst family attribution (0.50 vs 0.625).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recall benefit over the untreated baseline.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off-the-shelf procedural knowledge is not free.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= IOC-shaped tokens asserted but absent from the capture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purpose-built skill buys efficiency and safety, not accuracy: equal recall with 37 percent fewer tshark commands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pare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skill (C): best recall (0.907) at the lowest command count.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fewer tshark commands than vanilla (10.7 vs 17.0).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hallucination than both vanilla and the generic skill.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 is a leaner, more faithful investigation, not a higher ceiling.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point is one arm's mean over 9 cases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shows the workflow and recipes carry the benefit, while the output schema is the largest driver of fabrication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workflow (D1): recall and attribution drop to the generic-skill level.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recipes (D2): lowest recall, higher hallucination.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schema (D3): recall unchanged, hallucination falls to 0.15 (best in study).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rigid IOC template appears to induce fabrication: named slots invite filling.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= full skill (C) minus the ablation that removes each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investigation grammar shows the custom skill runs a leaner, more targeted inquiry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gramm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 of command categories each arm issues, normalized.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 skill concentrates on victim-ID and statistics passes.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issues fewer commands overall while covering the same evidence.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fix, all arms inventory the directory and read available IDS alerts.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classified from full agent trajectories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attribution is the hard ceiling: no arm exceeds six of nine, bounded by alert-free behavioral cases</a:t>
            </a:r>
            <a:endParaRPr lang="en-US" sz="2500" dirty="0"/>
          </a:p>
        </p:txBody>
      </p:sp>
      <p:pic>
        <p:nvPicPr>
          <p:cNvPr id="3" name="Image 0" descr="/Users/yaakulyasabbani/Documents/GitHub/latex_researchpapers/Skill_Issue_LLM_PCAP_Forensics/deck/img/fig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0880" y="146304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Per-case IOC recall by arm; most cases sit near the ceiling.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Suricata alerts are present, all arms read them and attribute correctly.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alerts are absent, no skill closes the attribution gap.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bounds the promise of packet-only agentic attribution.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are cases; columns are arms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authors should invest in workflow and recipes, prefer evidence-gated output, and widen the evidence an agent considers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strong base model, a skill is an efficiency and safety tool, not a capability unlock.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evidence-gated output (emit an indicator only with a citation) over fixed templates that pressure the model to fabricate.</a:t>
            </a:r>
            <a:endParaRPr lang="en-US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skills that widen, not narrow, the evidence considered; a narrow skill can suppress useful exploration (the skill-issue effect).</a:t>
            </a:r>
            <a:endParaRPr lang="en-US" sz="1900" dirty="0"/>
          </a:p>
          <a:p>
            <a:pPr algn="l" marL="342900" indent="-342900"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release the harness, the evidence-validated dataset, and all skill variants.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are modest vs case variance (n=9); the schema effect on hallucination is the most robust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CyberSleuth: Autonomous Blue-Team LLM Agent for Web Attack Forensics. arXiv:2508.20643.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Holmes: Evidence-Grounded LLM Agent for Auditable DDoS Investigation. arXiv:2601.14601.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Before You Hand Over the Wheel: Evaluating LLMs for Security Incident Analysis. arXiv:2603.06422.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SkillsBench: Benchmarking How Well Agent Skills Work Across Diverse Tasks. arXiv:2602.12670.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Malware-Traffic-Analysis.net, B. Duncan. Traffic analysis exercises.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Wireshark and tshark, Wireshark Foundation, v4.6.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Issue</dc:title>
  <dc:subject>PptxGenJS Presentation</dc:subject>
  <dc:creator>Yaakulya Sabbani</dc:creator>
  <cp:lastModifiedBy>Yaakulya Sabbani</cp:lastModifiedBy>
  <cp:revision>1</cp:revision>
  <dcterms:created xsi:type="dcterms:W3CDTF">2026-07-20T04:11:29Z</dcterms:created>
  <dcterms:modified xsi:type="dcterms:W3CDTF">2026-07-20T04:11:29Z</dcterms:modified>
</cp:coreProperties>
</file>